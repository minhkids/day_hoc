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chú GV: Chào cả lớp, ổn định trật tự và giới thiệu bài học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3 mục tiêu trọng tâm để học sinh có định hướng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Dành khoảng 5 phút cho hoạt động khởi động, khích lệ tinh thần học sinh.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 dõi các nhóm thực hiện phiếu học tập, hỗ trợ học sinh gặp khó khăn.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lại các lỗi sai học sinh hay mắc phải và tổng kết tiết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2B6B"/>
          </a:solidFill>
          <a:ln>
            <a:solidFill>
              <a:srgbClr val="0B2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DCFF"/>
                </a:solidFill>
              </a:defRPr>
            </a:pPr>
            <a:r>
              <a:t>TRƯỜNG THCS LÊ QUÝ ĐÔN • TOÁN HỌC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TAM GIÁC ĐỀU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B6B"/>
                </a:solidFill>
              </a:defRPr>
            </a:pPr>
            <a:r>
              <a:t>Giáo viên thực hiện: Nguyễn Văn An</a:t>
            </a:r>
          </a:p>
          <a:p>
            <a:pPr>
              <a:defRPr sz="1600">
                <a:solidFill>
                  <a:srgbClr val="2A364F"/>
                </a:solidFill>
              </a:defRPr>
            </a:pPr>
            <a:r>
              <a:t>Lớp giảng dạy: Lớp 7 • Năm học 2026 - 2027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B6B"/>
          </a:solidFill>
          <a:ln>
            <a:solidFill>
              <a:srgbClr val="0B2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1462E6"/>
                </a:solidFill>
              </a:defRPr>
            </a:pPr>
            <a:r>
              <a:t>Yêu cầu cần đạt sau khi học xong bài này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Nắm vững các định nghĩa, quy tắc và tính chất cơ bản của bài học.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Biết cách áp dụng kiến thức vào giải quyết các bài tập thực hành.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Phát triển năng lực tự chủ, giao tiếp và hợp tác nhóm tích cực.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96AA"/>
                </a:solidFill>
              </a:defRPr>
            </a:pPr>
            <a:r>
              <a:t>TRƯỜNG THCS LÊ QUÝ ĐÔN • Giáo viên: Nguyễn Văn 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B6B"/>
          </a:solidFill>
          <a:ln>
            <a:solidFill>
              <a:srgbClr val="0B2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HOẠT ĐỘNG 1: 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1462E6"/>
                </a:solidFill>
              </a:defRPr>
            </a:pPr>
            <a:r>
              <a:t>Kết nối kiến thức và tạo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Quan sát hình ảnh thực tế trên máy chiếu.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Thảo luận nhanh theo bàn (2 phút): Đâu là yếu tố quen thuộc?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Đại diện 1-2 bạn học sinh nêu ý kiến trước lớp.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96AA"/>
                </a:solidFill>
              </a:defRPr>
            </a:pPr>
            <a:r>
              <a:t>TRƯỜNG THCS LÊ QUÝ ĐÔN • Giáo viên: Nguyễn Văn 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B6B"/>
          </a:solidFill>
          <a:ln>
            <a:solidFill>
              <a:srgbClr val="0B2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HOẠT ĐỘNG 2: 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1462E6"/>
                </a:solidFill>
              </a:defRPr>
            </a:pPr>
            <a:r>
              <a:t>Khám phá và xây dựng nội dung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Nghiên cứu mục 1 trong Sách giáo khoa kết hợp thảo luận nhóm 4.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Thực hiện phiếu học tập số 1 và ghi nhận kết quả.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Rút ra kết luận khoa học và ghi vào vở bài học.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96AA"/>
                </a:solidFill>
              </a:defRPr>
            </a:pPr>
            <a:r>
              <a:t>TRƯỜNG THCS LÊ QUÝ ĐÔN • Giáo viên: Nguyễn Văn 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B6B"/>
          </a:solidFill>
          <a:ln>
            <a:solidFill>
              <a:srgbClr val="0B2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HOẠT ĐỘNG 3: LUYỆN TẬP &amp; 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1462E6"/>
                </a:solidFill>
              </a:defRPr>
            </a:pPr>
            <a:r>
              <a:t>Thực hành bài tập và mở rộng liên 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Luyện tập bài tập 1, bài tập 2 theo mức độ nhận biết và thông hiểu.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Vận dụng giải quyết tình huống thực tiễn mở rộng.</a:t>
            </a:r>
          </a:p>
          <a:p>
            <a:pPr>
              <a:spcAft>
                <a:spcPts val="1800"/>
              </a:spcAft>
              <a:defRPr sz="2000">
                <a:solidFill>
                  <a:srgbClr val="2A364F"/>
                </a:solidFill>
              </a:defRPr>
            </a:pPr>
            <a:r>
              <a:t>●   Hướng dẫn học sinh nhiệm vụ tự học và chuẩn bị bài mới ở nhà.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96AA"/>
                </a:solidFill>
              </a:defRPr>
            </a:pPr>
            <a:r>
              <a:t>TRƯỜNG THCS LÊ QUÝ ĐÔN • Giáo viên: Nguyễn Văn 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