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</a:defRPr>
            </a:pPr>
            <a:r>
              <a:t>AUDIT ti?ng Vi?t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DỰ THẢO • TRỢ LÝ GIÁO VIÊN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0284B"/>
                </a:solidFill>
              </a:defRPr>
            </a:pPr>
            <a:r>
              <a:t>N?i dung ki?m th?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